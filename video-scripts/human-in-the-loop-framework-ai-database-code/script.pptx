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Hey, I'm Ivan Lima with Data Platform Advisory. Today I want to walk you through a concrete framework for one of the trickiest new problems in database work: how do you review database code when an AI agent is writing it faster than any human can read it? Five stages, start to finish. Let's get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 in numbers. Once a reviewer looks past two to four hundred lines of code in one sitting, their ability to catch real defects falls off a cliff — that's from the largest code review study ever run, at Cisco. And here's the kicker: as reviewers see more AI-generated pull requests, their approval rate actually climbs, while the comments they leave drop by almost a quarter. That's not careful review. That's rubber-stamping. And database code is worse, because a bad schema change can pass every test and still blow up in production days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here's the actual framework, five stages. First, declare: the agent has to state what it's about to touch before it writes a single line — which tables, is it reversible, what environment. Second, classify: an automated check reads that declaration plus static signals and assigns a risk tier. Third, route: the tier decides the path, not a person's gut feeling in the moment. Fourth, gate: for anything high-risk, a structured approval — not a rubber stamp. And fifth, log: everything gets an immutable record, whether it was gated or ran on its own. Skip any one of these and you're back to either a bottleneck or a rubber 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routing splits into three tiers. Low risk — read-only work, sandbox changes — runs on its own, just logged. Medium risk gets a human watching in the background, able to step in, but not blocking. High risk — anything touching production or a shared schema, anything destructive — that one waits for a real approval before it executes. Keeping these three distinct matters, because someone watching is not the same thing as someone approving.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recap. Reviewer attention has a hard limit, and AI-written database code blows past it fast. The five stages — declare, classify, route, gate, log — are what keep that scalable. A real approval gate is a checklist, not a rubber stamp. Regulators are starting to ask for proof of oversight by name, not just a policy document. And time-boxing the approval step is what keeps the gate itself from becoming the bottleneck once volume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team is generating database code with AI agents faster than your review process can keep up, this framework is a concrete place to start. Head over to dataplatformadvisory.com for the full write-up, including the approval checklist you can adapt for your own environment. I'm Ivan Lima with Data Platform Advisory —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371600"/>
            <a:ext cx="4572000" cy="45720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029200"/>
            <a:ext cx="3657600" cy="36576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Human-in-the-Loop Framework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Database Code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between an agent's draft and a production execution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attention has a hard ceiling.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blow past it routinely.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F254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22860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200–400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per sitting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411480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a reviewer's defect detection collapses, per a 2,500-review study across 3.2M lines at Cisco.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1632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22860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30.1% → 36.8%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126480" y="3383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 as AI-authored PRs increased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411480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inline comments dropped 22% — the signature of rubber-stamping, not real scrutiny.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Five-Stage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9050">
            <a:solidFill>
              <a:srgbClr val="8FD3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2240280"/>
            <a:ext cx="640080" cy="64008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states scope,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reversibility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99232" y="19202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9050">
            <a:solidFill>
              <a:srgbClr val="8FD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240280"/>
            <a:ext cx="640080" cy="64008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99232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90672" y="3611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from blast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signals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66944" y="19202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9050">
            <a:solidFill>
              <a:srgbClr val="8FD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52744" y="2240280"/>
            <a:ext cx="640080" cy="64008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266944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66944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358384" y="3611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async,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blocking 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78624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534656" y="19202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9050">
            <a:solidFill>
              <a:srgbClr val="8FD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0456" y="2240280"/>
            <a:ext cx="640080" cy="64008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23" name="Text 21"/>
          <p:cNvSpPr/>
          <p:nvPr/>
        </p:nvSpPr>
        <p:spPr>
          <a:xfrm>
            <a:off x="7534656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34656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26096" y="3611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checklist,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lane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46336" y="3154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802368" y="192024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6324F"/>
          </a:solidFill>
          <a:ln w="19050">
            <a:solidFill>
              <a:srgbClr val="8FD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88168" y="2240280"/>
            <a:ext cx="640080" cy="64008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29" name="Text 27"/>
          <p:cNvSpPr/>
          <p:nvPr/>
        </p:nvSpPr>
        <p:spPr>
          <a:xfrm>
            <a:off x="9802368" y="2240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802368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893808" y="3611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ran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any one stage and it degrades back into a rubber stamp or a bottleneck.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 Risk Tier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8FD3C7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83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logged only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queries, schema introspection, changes confined to a disposable sandbox. Nothing here needs a human in the room.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C9D9E3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783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Risk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344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Human-on-the-loop, async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Reversible, scoped changes to shared but non-production environments. A human watches and can intervene, but nothing blocks on a response.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0F2540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1783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blocking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30175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 shared-schema changes, anything destructive, anything outside the agent's normal pattern. Execution waits for approval.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73352"/>
            <a:ext cx="256032" cy="256032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554480"/>
            <a:ext cx="10195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defect detection collapses past 200–400 lines per sitting — AI-generated database code routinely exceeds that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42032"/>
            <a:ext cx="256032" cy="256032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423160"/>
            <a:ext cx="10195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has five stages: declare, classify, route, gate, log — skip one and it degrades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410712"/>
            <a:ext cx="256032" cy="256032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291840"/>
            <a:ext cx="10195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beats a free-text approval: intent, lineage, permissions, blast radius, rollback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79392"/>
            <a:ext cx="256032" cy="256032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160520"/>
            <a:ext cx="10195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are starting to require proof of human oversight, by name — EU AI Act Article 14, NIST's AI RMF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148072"/>
            <a:ext cx="256032" cy="256032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5029200"/>
            <a:ext cx="10195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decision lanes keep the gate from becoming the next bottleneck as volume grows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build this for your database?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breakdown and the checklist template on the blog.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5669280" cy="640080"/>
          </a:xfrm>
          <a:prstGeom prst="roundRect">
            <a:avLst>
              <a:gd name="adj" fmla="val 50000"/>
            </a:avLst>
          </a:prstGeom>
          <a:solidFill>
            <a:srgbClr val="8FD3C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dataplatformadvisory.com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2026-08-16T06:08:15Z</dcterms:created>
  <dcterms:modified xsi:type="dcterms:W3CDTF">2026-08-16T06:08:15Z</dcterms:modified>
</cp:coreProperties>
</file>