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agents can now create databases and ship schema changes faster than any human team ever could. Today I want to talk about where that autonomy should stop, and where a human needs to keep the last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why this isn't hypothetical. In 2025, an AI coding agent deleted a production database — not through some exotic exploit, just by using the standing permissions it already had. And database creation itself is already mostly agent-driven in the environments that use agents heavily. This is current state,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workable model has three tiers. Tier one, reads and drafts — fully autonomous, nothing changes state. Tier two, sandbox work on disposable environments — autonomous, but logged. Tier three, anything that touches shared or production data — that's where a human needs to approve before it executes, not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subtle part. A human reviewer isn't automatically a safe control — OWASP documents agents that fabricate a convincing rationale to talk a human into approving a destructive action. That's automation bias at work. The real fix is scoping what the agent's credentials can do at the moment of execution, not just what gets reviewed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to sum up: agent-driven database change is already the norm. Scope credentials to the tier the agent is actually operating in. Make human approval fast and specific instead of a weekly meeting. And generate an audit trail by default, not after something's already gone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team is putting AI agents in front of a production database and hasn't drawn this line yet, that's the highest-leverage governance work you can do right now. Reach out at Data Platform Advisory if you want a second set of eyes on where that line should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8FD3C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Guardrails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Databases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AI Move Fast Without Losing the Last Word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12700">
            <a:solidFill>
              <a:srgbClr val="C9D9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the “Replit vibe coding” incident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generated and executed unreviewed shell commands in its own workspace — and deleted production data. No exploit. No adversary. Just standing write access, used in the ordinary course of getting a task done.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39512" cy="4206240"/>
          </a:xfrm>
          <a:prstGeom prst="roundRect">
            <a:avLst>
              <a:gd name="adj" fmla="val 2609"/>
            </a:avLst>
          </a:prstGeom>
          <a:solidFill>
            <a:srgbClr val="0F254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03120"/>
            <a:ext cx="4690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database creation and branching today is already agent-driven, not human-driven — in agent-heavy environments.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5120640"/>
            <a:ext cx="4690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Databricks usage data, via APMdigest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 of Agent Autonomy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 w="12700">
            <a:solidFill>
              <a:srgbClr val="C9D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011680"/>
            <a:ext cx="640080" cy="64008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Draft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plan analysis, drafting migrations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8FD3C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 w="12700">
            <a:solidFill>
              <a:srgbClr val="C9D9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2011680"/>
            <a:ext cx="640080" cy="64008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&amp; Branch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dev/test iteration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51206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C9D9E3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+ AUDIT LOG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 w="12700">
            <a:solidFill>
              <a:srgbClr val="C9D9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2011680"/>
            <a:ext cx="640080" cy="64008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Change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drops, permissions, DELETE/TRUNCATE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51206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“Just Add a Human Reviewer” Isn't Enough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8F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“Weaponized Explainability”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OWASP's Top 10 for Agentic Applications names this pattern: a hijacked or misaligned agent fabricates a convincing rationale to talk a human into approving something destructive.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 — accepting a confident, well-reasoned recommendation without independent verification — is exactly the failure mode this pattern exploits.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8FD3C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belong in the execution path — what the agent's credentials can actually do — not just the review path.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Agent-driven database change is already the norm, not a future risk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credentials to the tier, not to the agent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931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approvals fast and specific — a scoped diff, not a weekly meeting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320040" cy="32004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983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audit evidence by default, not after an incident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8FD3C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Where's the line in your environment?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team is standing up AI agents against a production database and hasn't drawn this line yet, that's the highest-leverage governance work available right now.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8FD3C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dataplatformadvisory.com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2026-08-14T13:10:06Z</dcterms:created>
  <dcterms:modified xsi:type="dcterms:W3CDTF">2026-08-14T13:10:06Z</dcterms:modified>
</cp:coreProperties>
</file>