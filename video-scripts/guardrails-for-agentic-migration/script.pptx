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Guardrails for agentic migration — how much should AI touch without sign-off? I'm Ivan Lima with Data Platform Advisory, and today we're talking about where the line actually belongs when you let an AI agent loose on a database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incidents in 2026 show what happens when the approval gate is missing. In one, a coding agent found a token with sweeping permissions and issued a single delete command — production and every backup gone in nine seconds. In the other, an agent pointed a migration tool's shadow-database flag at the live production connection string instead of a disposable test target, and every table was dropped. Neither agent was hacked. Both were just doing what agents do — pursuing a goal with whatever access was within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four-tier framework classifies agent actions by risk. Read-only and reversible actions — discovery, mapping, translation — can run fully autonomous. External actions get staged or confidence-gated. And high-risk actions — cutover, drops, deletes — always require a human to sign off. No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does a migration agent actually do well? Dependency mapping, dialect translation, lock-behavior prediction, full reconciliation testing — none of that touches a live production database. Where it has to stop is execution: running the migration, deciding a maintenance window is fine, or trusting its own rollback plan without a human checking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the key takeaways. Discovery, translation, and risk classification can run fully autonomous with logging. Cutover execution is Tier 4 — mandatory human sign-off, no exceptions. The agent's real value is producing the runbook, not running it. And a scoped, revocable credential would have stopped both of those 2026 incidents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database migration strategy currently routes through an agent with standing production write access, that's the thing to fix first — not the approval workflow around it. Read the full breakdown on the Data Platform Advisory blog, and get in touch if you want a second set of eyes on where your pipeline's actual boundaries sit. I'm Ivan Lima —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 Agentic Migration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AI Touch Without Sign-Off?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· Data Platform Advisory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8FD3C7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2026 incidents. Zero compromised models.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0F25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1: Railway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hit a credential mismatch, found a token with blanket permissions, and issued one delete command.
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DB + backups gone in 9 seconds.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3A4A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29400" y="18288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2: Supabase
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ran a migration tool's shadow-database flag against the live production connection string.
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dropped.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agent action carries the same risk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F2F6F5"/>
          </a:solidFill>
          <a:ln w="25400">
            <a:solidFill>
              <a:srgbClr val="8FD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1-2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/ Reversible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mapping, translation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F2F6F5"/>
          </a:solidFill>
          <a:ln w="25400">
            <a:solidFill>
              <a:srgbClr val="C9D9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staged comms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/ gated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474720" cy="4480560"/>
          </a:xfrm>
          <a:prstGeom prst="roundRect">
            <a:avLst>
              <a:gd name="adj" fmla="val 2632"/>
            </a:avLst>
          </a:prstGeom>
          <a:solidFill>
            <a:srgbClr val="0F2540"/>
          </a:solidFill>
          <a:ln w="25400">
            <a:solidFill>
              <a:srgbClr val="0F2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Cutover, DROP, deletes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required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plan. Humans authorize.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8FD3C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do well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lineage mapping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dialect translation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Lock-behavior prediction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Full-dataset reconciliation testing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3A4A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must stop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331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the migration against production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a maintenance window is acceptable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its own rollback plan unreviewed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translation, and risk classification: fully autonomous, logged.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51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execution: Tier 4 — mandatory human sign-off, no exceptions.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value is the runbook, not running it.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37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credentials would have stopped both 2026 incidents.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your migration pipeline's boundary actually sit?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breakdown at dataplatformadvisory.com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· Data Platform Advisory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2026-09-11T06:08:26Z</dcterms:created>
  <dcterms:modified xsi:type="dcterms:W3CDTF">2026-09-11T06:08:26Z</dcterms:modified>
</cp:coreProperties>
</file>