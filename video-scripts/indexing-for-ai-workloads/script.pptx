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Hey, I'm Ivan Lima with Data Platform Advisory. Today I want to talk about something that trips up a lot of experienced database people the first time they add a vector column to their schema: indexing. Specifically, what changes when vectors enter the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core shift. A B-tree index makes a promise: it returns the exact right rows, every single time. Vector indexes -- HNSW and IVFFlat -- don't make that promise. They're approximate by design. They give you the rows that are probably closest, not guaranteed to be closest. That's not a flaw, it's the whole point -- finding the true nearest neighbor among millions of high-dimensional vectors is just too slow to be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three knobs that don't have any equivalent in relational indexing. M controls how densely connected the graph is -- set once, at build time. Ef_construction controls how thorough the build process is. And ef_search -- this is the one worth remembering -- controls the speed-versus-accuracy tradeoff at query time, and you can change it without rebuilding anything. In one benchmark, ef_search=128 got 99% recall in under 5 milliseconds, while ef_search=64 dropped to 97% recall but ran twice as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things surprise people fast. First, memory -- HNSW graphs are built to live in RAM, and at real scale that's not a rounding error, it's eight to sixteen gigabytes just for the index. Second, filtering -- almost every real vector search also needs a WHERE clause, and whether you filter before or after the similarity search changes performance dramatically depending on how selective that filter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to sum up: vector indexes are approximate on purpose. Ef_search is the lever you'll reach for most after launch. Treat memory as its own budget line. And recall drift doesn't throw an error -- it just quietly gets worse, so you need to measure it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team is mixing relational and vector workloads in the same database and nobody's checked recall lately, that's exactly the kind of gap we help close before it becomes a production incident. Head to dataplatformadvisory.com to get in touch. Thanks for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for AI Workloads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Vectors Enter the Mix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92640" y="822960"/>
            <a:ext cx="1828800" cy="1828800"/>
          </a:xfrm>
          <a:prstGeom prst="ellipse">
            <a:avLst/>
          </a:prstGeom>
          <a:solidFill>
            <a:srgbClr val="8FD3C7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0" y="4846320"/>
            <a:ext cx="1188720" cy="1188720"/>
          </a:xfrm>
          <a:prstGeom prst="ellipse">
            <a:avLst/>
          </a:prstGeom>
          <a:solidFill>
            <a:srgbClr val="8FD3C7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Lima  ·  Data Platform Advisory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promise your index used to keep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F25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B-Tree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results.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3A4A5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HNSW / IVFFlat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0" y="24688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results.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is a dial, not a guarantee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0F2540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2011680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8FD3C7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connections per node.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at build time. Higher = better recall, more memory.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0F2540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2011680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8FD3C7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ef_construction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30632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list size while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building. Must be ≥ 2x 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0F254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41080" y="2011680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8FD3C7"/>
          </a:solidFill>
          <a:ln/>
        </p:spPr>
      </p:sp>
      <p:sp>
        <p:nvSpPr>
          <p:cNvPr id="13" name="Text 11"/>
          <p:cNvSpPr/>
          <p:nvPr/>
        </p:nvSpPr>
        <p:spPr>
          <a:xfrm>
            <a:off x="864108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ef_search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30632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list size at query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 Tune anytime -- no rebuild.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that catch people off guard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lives in memory.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vectors @ 1536 dims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8–16 GB just for the index.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20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0" y="25146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Pre-filter: fast when the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 is selective.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Post-filter: fast when it's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-- can under-return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narrow.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indexes are approximate by design -- not a bug, the tradeoff that makes them fast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ef_search is your post-deployment tuning lever -- no rebuild required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memory for vector indexes as their own line item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846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drift is silent -- measure it on a schedule, don't wait for a complaint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your database ready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vector workloads?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875520" y="640080"/>
            <a:ext cx="1463040" cy="1463040"/>
          </a:xfrm>
          <a:prstGeom prst="ellipse">
            <a:avLst/>
          </a:prstGeom>
          <a:solidFill>
            <a:srgbClr val="8FD3C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931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Lima  ·  Data Platform Advisory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dataplatformadvisory.com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2026-08-18T06:09:55Z</dcterms:created>
  <dcterms:modified xsi:type="dcterms:W3CDTF">2026-08-18T06:09:55Z</dcterms:modified>
</cp:coreProperties>
</file>