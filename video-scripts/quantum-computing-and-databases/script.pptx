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Quantum computing and databases -- what's actually coming, and what's just noise. I'm Ivan Lima with Data Platform Advisory, and today we're separating the real timeline from the hype.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Quantum computing touches your database in two totally different ways. One is a real, near-term threat to your encryption. The other is an exciting research direction for speeding up queries -- but it's nowhere close to your production system. Most coverage treats them as the same story. They're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what's real. NIST finalized its post-quantum cryptography standards back in 2024. CNSA 2.0 sets a 2030 deadline for full migration. And by early this year, about 38% of Fortune 500 companies had at least started a crypto inventory. Why does this matter even though a quantum computer that breaks encryption is still ten to twenty-five years out? Harvest-now, decrypt-later. Someone can steal your encrypted backup today and just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other side, there is genuine research -- a 2026 prototype called Q2O got real speedups by feeding a quantum-solved join order back into PostgreSQL. Forty-two percent average latency reduction, on the queries where it worked. That's a real number from a real paper. But zero production database vendors -- not Oracle, not Microsoft, not AWS -- ship anything like it today. Treat quantum-powered performance pitches the way you'd treat any pre-product research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here's the short version. The crypto threat is real and already has deadlines. Harvest-now, decrypt-later means the timeline matters today, not in twenty years. Quantum query acceleration is real research, but it's lab-scale, not production. And the actual thing to fund in 2026 is your crypto inventory and PQC migration -- not a quantum-optimization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you're not sure which category your database's exposure falls into, that's exactly the kind of gap worth a conversation before it becomes a deadline. Head to dataplatformadvisory.com to get in touch. I'm Ivan Lima with Data Platform Advisory --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Computing and Databases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71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Coming vs. What's Noise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914400"/>
            <a:ext cx="1828800" cy="1828800"/>
          </a:xfrm>
          <a:prstGeom prst="ellipse">
            <a:avLst/>
          </a:prstGeom>
          <a:solidFill>
            <a:srgbClr val="8FD3C7">
              <a:alpha val="2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Stories, One Word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0F25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Threat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Real. Already has a clock: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standards finalized,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set for 2030.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03520" cy="4206240"/>
          </a:xfrm>
          <a:prstGeom prst="roundRect">
            <a:avLst>
              <a:gd name="adj" fmla="val 3261"/>
            </a:avLst>
          </a:prstGeom>
          <a:solidFill>
            <a:srgbClr val="C9D9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828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Acceleration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Research-stage. Promising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papers, zero production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vendors shipping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Actually Coming: Encryption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F25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finalizes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203/204/205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F25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43400" y="1965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CNSA 2.0 full app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deadline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0F25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1965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500 with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inventory (Q1 '26)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Harvest-now, decrypt-later means today's encrypted backups are tomorrow's exposure.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Mostly Noise: Query Acceleration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12080" cy="4206240"/>
          </a:xfrm>
          <a:prstGeom prst="roundRect">
            <a:avLst>
              <a:gd name="adj" fmla="val 3261"/>
            </a:avLst>
          </a:prstGeom>
          <a:solidFill>
            <a:srgbClr val="1533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017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latency reduction 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of 113 test queries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(Q2O research prototype)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212080" cy="4206240"/>
          </a:xfrm>
          <a:prstGeom prst="roundRect">
            <a:avLst>
              <a:gd name="adj" fmla="val 3261"/>
            </a:avLst>
          </a:prstGeom>
          <a:solidFill>
            <a:srgbClr val="15335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92024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8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017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database vendors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quantum-accelerated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today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184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threat is real and actionable now -- NIST standards are final, deadlines are set.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6700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Harvest-now, decrypt-later matters regardless of when a quantum computer actually arrives.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7216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query acceleration is legitimate research -- but lab-scale, not production-ready.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8FD3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7731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2026: fund the crypto inventory and PQC migration, not a quantum-optimization pilot.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Where Your Database Actually Stands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80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inventory. PQC migration. No quantum-hype detours.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8FD3C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dataplatformadvisory.com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Lima  ·  Data Platform Advisory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2026-08-28T06:07:48Z</dcterms:created>
  <dcterms:modified xsi:type="dcterms:W3CDTF">2026-08-28T06:07:48Z</dcterms:modified>
</cp:coreProperties>
</file>